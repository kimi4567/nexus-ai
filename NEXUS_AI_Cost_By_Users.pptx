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896612"/>
            <a:ext cx="9098280" cy="246888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896612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NEXUS AI  ·  Infrastructure &amp; Cost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949440" y="4896612"/>
            <a:ext cx="2057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INTERNAL / 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" y="0"/>
            <a:ext cx="9098280" cy="576072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5156"/>
            <a:ext cx="1691640" cy="201168"/>
          </a:xfrm>
          <a:prstGeom prst="roundRect">
            <a:avLst>
              <a:gd name="adj" fmla="val 1363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0515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INFRASTRUCTURE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993392" y="54864"/>
            <a:ext cx="6858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Cost Breakdown by User Scale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93392" y="32004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</a:rPr>
              <a:t>Monthly infrastructure cost vs revenue at 10 / 50 / 100 / 500 paying users  ·  ARPU avg $44.50  ·  AI Gross Margin 80–95%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137160" y="640080"/>
            <a:ext cx="2148840" cy="768096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" y="640080"/>
            <a:ext cx="214884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" y="713232"/>
            <a:ext cx="694944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" y="713232"/>
            <a:ext cx="6949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B6D4"/>
                </a:solidFill>
              </a:rPr>
              <a:t>EARLY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517904" y="713232"/>
            <a:ext cx="694944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17904" y="713232"/>
            <a:ext cx="6949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80.7% GM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219456" y="905256"/>
            <a:ext cx="1984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 Users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" y="1124712"/>
            <a:ext cx="4389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Cost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19456" y="1124712"/>
            <a:ext cx="1984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43F5E"/>
                </a:solidFill>
              </a:rPr>
              <a:t>$86/mo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19456" y="125272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Revenue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19456" y="1252728"/>
            <a:ext cx="1984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$445/mo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368296" y="640080"/>
            <a:ext cx="2148840" cy="768096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368296" y="640080"/>
            <a:ext cx="214884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50592" y="713232"/>
            <a:ext cx="694944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0592" y="713232"/>
            <a:ext cx="6949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366F1"/>
                </a:solidFill>
              </a:rPr>
              <a:t>SEED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749040" y="713232"/>
            <a:ext cx="694944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713232"/>
            <a:ext cx="6949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92.4% GM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450592" y="905256"/>
            <a:ext cx="1984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50 Users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450592" y="1124712"/>
            <a:ext cx="4389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Cost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450592" y="1124712"/>
            <a:ext cx="1984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43F5E"/>
                </a:solidFill>
              </a:rPr>
              <a:t>$170/mo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450592" y="125272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Revenue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450592" y="1252728"/>
            <a:ext cx="1984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$2,225/mo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99432" y="640080"/>
            <a:ext cx="2148840" cy="768096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99432" y="640080"/>
            <a:ext cx="21488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81728" y="713232"/>
            <a:ext cx="694944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713232"/>
            <a:ext cx="6949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GROWTH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5980176" y="713232"/>
            <a:ext cx="694944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0176" y="713232"/>
            <a:ext cx="6949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93.6% GM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4681728" y="905256"/>
            <a:ext cx="1984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100 Users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681728" y="1124712"/>
            <a:ext cx="4389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Cost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681728" y="1124712"/>
            <a:ext cx="1984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43F5E"/>
                </a:solidFill>
              </a:rPr>
              <a:t>$285/mo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81728" y="125272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Revenue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681728" y="1252728"/>
            <a:ext cx="1984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$4,450/mo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830568" y="640080"/>
            <a:ext cx="2148840" cy="768096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30568" y="640080"/>
            <a:ext cx="21488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12864" y="713232"/>
            <a:ext cx="694944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12864" y="713232"/>
            <a:ext cx="6949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SCALE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8211312" y="713232"/>
            <a:ext cx="694944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11312" y="713232"/>
            <a:ext cx="6949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94.6% GM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912864" y="905256"/>
            <a:ext cx="1984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500 Users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912864" y="1124712"/>
            <a:ext cx="4389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Cost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912864" y="1124712"/>
            <a:ext cx="1984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43F5E"/>
                </a:solidFill>
              </a:rPr>
              <a:t>$1,200/mo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912864" y="125272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Revenue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912864" y="1252728"/>
            <a:ext cx="1984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$22,250/mo</a:t>
            </a:r>
            <a:endParaRPr lang="en-US" sz="750" dirty="0"/>
          </a:p>
        </p:txBody>
      </p:sp>
      <p:pic>
        <p:nvPicPr>
          <p:cNvPr id="55" name="Image 0" descr="/sessions/dazzling-confident-hamilton/mnt/outputs/chart_cost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472184"/>
            <a:ext cx="8869680" cy="33649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2026-06-10T07:47:56Z</dcterms:created>
  <dcterms:modified xsi:type="dcterms:W3CDTF">2026-06-10T07:47:56Z</dcterms:modified>
</cp:coreProperties>
</file>