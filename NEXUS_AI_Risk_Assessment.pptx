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9098280" cy="5143500"/>
          </a:xfrm>
          <a:prstGeom prst="rect">
            <a:avLst/>
          </a:prstGeom>
          <a:solidFill>
            <a:srgbClr val="080B1A"/>
          </a:solidFill>
          <a:ln w="12700">
            <a:solidFill>
              <a:srgbClr val="080B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0008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18104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2392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58584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4776" y="0"/>
            <a:ext cx="4572" cy="51435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6C74A8"/>
                </a:solidFill>
              </a:rPr>
              <a:t>NEXUS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" y="1417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Risk &amp; Problem Assessment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1440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 honest, unfiltered review of every technical, business, market, and product risk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facing NEXUS AI — and a realistic path to mitigation.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880360"/>
            <a:ext cx="3291840" cy="292608"/>
          </a:xfrm>
          <a:prstGeom prst="roundRect">
            <a:avLst>
              <a:gd name="adj" fmla="val 12500"/>
            </a:avLst>
          </a:prstGeom>
          <a:solidFill>
            <a:srgbClr val="F43F5E">
              <a:alpha val="13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8803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⚠  NO FLATTERY — REAL PROBLEMS ONLY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7160" y="486918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June 2026  ·  Internal Document  ·  v1.0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2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OVERVIEW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Executive Summary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The 5 risk categories that could break this business — ranked by severity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8869680" cy="58521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658368"/>
            <a:ext cx="45720" cy="5852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65836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73152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Infrastructure Fragility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96012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Vercel Hobby plan limits, no background workers, synchronous AI calls that regularly timeout at 10s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065008" y="86410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864108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CRITICAL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37160" y="1298448"/>
            <a:ext cx="8869680" cy="58521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" y="1298448"/>
            <a:ext cx="45720" cy="5852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29844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72" y="137160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Zero Test Coverage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16002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700+ tasks shipped, 0 unit tests, 0 integration tests — every deploy is a live gamble on production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065008" y="150418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1504188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CRITICAL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37160" y="1938528"/>
            <a:ext cx="8869680" cy="58521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7160" y="1938528"/>
            <a:ext cx="4572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193852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201168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100% Third-Party Dependency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224028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OpenAI, Supabase, Meta API, Cloudinary — any single one goes down and NEXUS stops working entirely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065008" y="214426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2144268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37160" y="2578608"/>
            <a:ext cx="8869680" cy="58521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7160" y="2578608"/>
            <a:ext cx="4572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57860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4672" y="26517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Pre-Revenue Reality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4672" y="288036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All financial projections are theoretical. No paying users confirmed. CAC is unknown. MRR = $0 today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065008" y="278434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2784348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37160" y="3218688"/>
            <a:ext cx="8869680" cy="58521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37160" y="3218688"/>
            <a:ext cx="45720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21868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05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4672" y="32918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Commoditization Race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4672" y="352044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Buffer, Hootsuite, Jasper, Copy.ai all exist. OpenAI can add this natively. Window is shrinking fast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065008" y="342442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3424428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3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TECHNICAL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Technical Risk #1 — Infrastructure Fragility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The foundation the product runs on today has hard limits that will break under real load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40080"/>
            <a:ext cx="4297680" cy="7498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640080"/>
            <a:ext cx="429768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7132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Vercel Hobby: 10s Function Timeout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93592" y="694944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694944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CRITICAL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46888" y="950976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Strategy generation + AI calls routinely run 15–30s. On Hobby plan they hard-timeout at 10s. Users see silent failures.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544568" y="640080"/>
            <a:ext cx="4297680" cy="7498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44568" y="640080"/>
            <a:ext cx="429768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7132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Background Workers / Job Queue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01000" y="694944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694944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CRITICAL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654296" y="950976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All AI processing is synchronous in the request lifecycle. No Redis, no BullMQ, no queues. Heavy ops block the HTTP response.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37160" y="1481328"/>
            <a:ext cx="4297680" cy="7498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" y="1481328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" y="15544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Cron Jobs Maximum on Hobby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93592" y="1536192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1536192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46888" y="1792224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Platform has 7+ cron jobs configured. Vercel Hobby supports 2 at minimum interval. Most crons simply don't run.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544568" y="1481328"/>
            <a:ext cx="4297680" cy="7498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44568" y="1481328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5544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Database Connection Pooling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1536192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1536192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654296" y="1792224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Prisma on serverless without PgBouncer = connection exhaustion under concurrent load. Works fine for 5 users, fails at 50+.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37160" y="2322576"/>
            <a:ext cx="4297680" cy="7498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" y="2322576"/>
            <a:ext cx="4297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" y="239572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Redis / No Session Caching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93592" y="2377440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2377440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46888" y="2633472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Every request hits the database cold. No caching layer means linear cost and latency scaling with every new user.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544568" y="2322576"/>
            <a:ext cx="4297680" cy="74980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44568" y="2322576"/>
            <a:ext cx="4297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4296" y="239572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Cloudinary Free Tier Limits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01000" y="2377440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2377440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654296" y="2633472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Media uploads and transformations are capped on free plan. Brand overlays + image generation will exhaust bandwidth.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137160" y="4631436"/>
            <a:ext cx="8869680" cy="237744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631436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FIX PATH:  Upgrade to Vercel Pro ($20/mo) → unlocks 60s timeouts + unlimited crons  ·  Add PgBouncer via Supabase connection pooler (free)  ·  Migrate queues to Upstash Redis ($0.2/100k ops)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4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TECHNICAL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Technical Risk #2 — Zero Test Coverage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Every feature shipped blind. Every deploy is a live production experiment with real user data.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2834640" cy="2011680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" y="8229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43F5E"/>
                </a:solidFill>
              </a:rPr>
              <a:t>0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13716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tests written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across 700+ tasks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Auth rebuilt 5×  ·  i18n system rebuilt 3×  ·  Campaign flow rebuilt 4×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54680" y="658368"/>
            <a:ext cx="5852160" cy="457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658368"/>
            <a:ext cx="36576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68580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regression safety net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73552" y="89611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When you fix bug A, you have no way to know you broke B, C, D. This is why auth was rebuilt 5 times.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4680" y="1152144"/>
            <a:ext cx="5852160" cy="457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152144"/>
            <a:ext cx="36576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179576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Silent failures are common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73552" y="138988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 routes that timeout, social posts that fail to publish, credits that deduct twice — none caught before users see them.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154680" y="1645920"/>
            <a:ext cx="5852160" cy="457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1645920"/>
            <a:ext cx="36576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67335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Refactoring is dangerous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3552" y="1883664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Any architectural cleanup (which is badly needed) risks cascading breakage with no safety net to catch it.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54680" y="2139696"/>
            <a:ext cx="5852160" cy="457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2139696"/>
            <a:ext cx="36576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216712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 is fake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73552" y="237744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GitHub push triggers Vercel deploy. No automated tests run. 'Green deploy' means 'it compiled', not 'it works'.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7160" y="4631436"/>
            <a:ext cx="8869680" cy="237744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631436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FIX PATH:  Start with integration tests on 3 critical paths: auth flow, campaign generation, Stripe checkout  ·  Use Playwright for E2E  ·  Budget: 2 weeks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5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TECHNICAL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Technical Risk #3 — 100% Third-Party Dependency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If any of these 5 services fails, NEXUS fails. There is no fallback for any of them.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8869680" cy="66751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658368"/>
            <a:ext cx="45720" cy="6675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886968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88696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OpenAI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07592" y="73152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ROLE: All AI generation — strategy, captions, Brand Brain, Sentinel, orchestrator, visuals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307592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43F5E"/>
                </a:solidFill>
              </a:rPr>
              <a:t>RISK: API outages → entire product non-functional. Pricing can change with 30-day notice. GPT model deprecation breaks all prompts.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37160" y="1385316"/>
            <a:ext cx="8869680" cy="66751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5316"/>
            <a:ext cx="45720" cy="6675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613916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61391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Supabase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07592" y="145846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ROLE: Auth, database, file storage, real-time sessions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307592" y="17327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43F5E"/>
                </a:solidFill>
              </a:rPr>
              <a:t>RISK: Auth down = 0 users can log in. DB down = no data. Supabase free tier has row limits and pauses idle projects after 1 week.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37160" y="2112264"/>
            <a:ext cx="8869680" cy="66751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" y="2112264"/>
            <a:ext cx="45720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340864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34086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Meta 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07592" y="21854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ROLE: Facebook + Instagram OAuth, publish, and ad insights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307592" y="24597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43F5E"/>
                </a:solidFill>
              </a:rPr>
              <a:t>RISK: Meta revokes API permissions without warning. Policy changes invalidated entire publish flow for thousands of apps in 2022–2024.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37160" y="2839212"/>
            <a:ext cx="8869680" cy="66751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2839212"/>
            <a:ext cx="45720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067812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06781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Stripe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07592" y="291236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ROLE: All billing, subscriptions, webhooks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307592" y="31866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43F5E"/>
                </a:solidFill>
              </a:rPr>
              <a:t>RISK: Stripe outage or incorrect webhook = users can't upgrade. Missed webhook event = credits not added. Already has race condition in codebase.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37160" y="3566160"/>
            <a:ext cx="8869680" cy="66751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" y="3566160"/>
            <a:ext cx="45720" cy="6675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794760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79476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Cloudinary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07592" y="36393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ROLE: All media uploads, transformations, video storage, brand overlays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307592" y="3913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F43F5E"/>
                </a:solidFill>
              </a:rPr>
              <a:t>RISK: Free tier will be exhausted when real users arrive. Paid plans add $89–$224/mo with no warning on overage.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6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TECHNICAL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Technical Risk #4 — Security &amp; Auth Gaps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Known vulnerabilities documented in internal audits. Not theoretical — found in the actual codebase.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40080"/>
            <a:ext cx="4297680" cy="65836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640080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7040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Social OAuth Tokens: No Auto-Refresh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685800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685800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46888" y="941832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Meta, LinkedIn, TikTok tokens expire. When they do, the publish cron silently fails. Users have no idea their content stopped posting.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26280" y="640080"/>
            <a:ext cx="4297680" cy="65836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640080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7040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Stripe Webhook Race Condition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01000" y="685800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685800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636008" y="941832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Credits race condition documented in audit: if two events arrive simultaneously, user can receive double or zero credits. No idempotency lock.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7160" y="1353312"/>
            <a:ext cx="4297680" cy="65836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" y="1353312"/>
            <a:ext cx="4297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" y="14173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 Dashboard: SQL Exposed in UI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11880" y="1399032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399032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46888" y="1655064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Admin page was showing raw SQL queries in the UI — fixed (Sprint 506) but exposes the pattern of shipping insecure features first.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26280" y="1353312"/>
            <a:ext cx="4297680" cy="65836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1353312"/>
            <a:ext cx="4297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14173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Rate Limiting: In-Memory Map (was)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01000" y="1399032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1399032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636008" y="1655064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Rate limiter was an in-memory Map that reset on every cold start — meaning it offered zero protection on serverless. Fixed in MA4 but late.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37160" y="2066544"/>
            <a:ext cx="4297680" cy="65836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" y="2066544"/>
            <a:ext cx="4297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" y="21305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Prompt Injection Surface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11880" y="2112264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2112264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46888" y="2368296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User input (brand name, campaign goal, website URL) flows directly into AI prompts. No sanitization layer. Injection risk on all agent routes.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26280" y="2066544"/>
            <a:ext cx="4297680" cy="658368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2066544"/>
            <a:ext cx="4297680" cy="36576"/>
          </a:xfrm>
          <a:prstGeom prst="rect">
            <a:avLst/>
          </a:prstGeom>
          <a:solidFill>
            <a:srgbClr val="6C74A8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21305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HTTPS Enforcement / CSP Headers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001000" y="2112264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1E2347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2112264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C74A8"/>
                </a:solidFill>
              </a:rPr>
              <a:t>LOW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636008" y="2368296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Content Security Policy, X-Frame-Options, HSTS headers not explicitly configured. Relying entirely on Vercel defaults.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37160" y="4704588"/>
            <a:ext cx="8869680" cy="210312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704588"/>
            <a:ext cx="8778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FIX PATH:  Add token refresh cron for OAuth tokens  ·  Add Stripe idempotency keys  ·  Sanitize all user inputs before prompt injection  ·  Add security headers via next.config.js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7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BUSINESS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Business Risk #1 — Pre-Revenue Reality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All financial projections in the financial study are theoretical. Today's actual numbers are different.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2834640" cy="1371600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658368"/>
            <a:ext cx="283464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863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3F5E"/>
                </a:solidFill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37160" y="14264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Paying Users Today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" y="1664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Stripe integration live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but no confirmed revenue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08960" y="658368"/>
            <a:ext cx="2834640" cy="1371600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658368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7863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???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108960" y="14264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 Acq. Cost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0" y="1664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$0 spent on marketing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CAC completely unknown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080760" y="658368"/>
            <a:ext cx="2834640" cy="1371600"/>
          </a:xfrm>
          <a:prstGeom prst="rect">
            <a:avLst/>
          </a:prstGeom>
          <a:solidFill>
            <a:srgbClr val="181C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658368"/>
            <a:ext cx="28346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78638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</a:rPr>
              <a:t>~$65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080760" y="14264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Monthly Burn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1664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Fixed infra costs only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(AI costs = $0 without users)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37160" y="2176272"/>
            <a:ext cx="8869680" cy="40233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" y="2176272"/>
            <a:ext cx="3657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20370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financial study assumes $44.50 ARPU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032" y="237744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If most users choose Starter ($29), ARPU is $29. Revenue projections drop 35% and break-even doubles.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37160" y="2615184"/>
            <a:ext cx="8869680" cy="40233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" y="2615184"/>
            <a:ext cx="3657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64261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Churn assumptions are optimistic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" y="281635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Industry average SaaS churn is 5–10%/month for early-stage. The study models ~3%. One bad onboarding month can reset growth.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37160" y="3054096"/>
            <a:ext cx="8869680" cy="40233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" y="3054096"/>
            <a:ext cx="3657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08152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 acquisition strategy in place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6032" y="325526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The landing page exists but there is no SEO content, no paid ads, no outbound, no partnerships. Growth is 0 until this starts.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137160" y="3493008"/>
            <a:ext cx="8869680" cy="402336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" y="3493008"/>
            <a:ext cx="3657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520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plan too generous at launch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6032" y="369417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Current free plan gives enough value to never upgrade. Conversion funnel is not pressure-tested with real users.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8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BUSINESS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Business Risk #2 — Unit Economics Under Pressure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The 93% gross margin holds only if users use AI at 'average' levels. Power users destroy it.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21945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" y="658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Type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658368"/>
            <a:ext cx="13716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6584" y="658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Plan ($29)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03320" y="658368"/>
            <a:ext cx="13716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658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Calls/mo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74920" y="658368"/>
            <a:ext cx="13716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658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 Cost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46520" y="658368"/>
            <a:ext cx="13716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658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Gross Profit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658368"/>
            <a:ext cx="11887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72984" y="6583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Margin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1005840"/>
            <a:ext cx="219456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Light user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31720" y="1005840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6584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1005840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 calls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1005840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9784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$0.45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46520" y="1005840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$28.55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18120" y="1005840"/>
            <a:ext cx="118872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72984" y="1005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98.4%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37160" y="1353312"/>
            <a:ext cx="219456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" y="13533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Average user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31720" y="1353312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6584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03320" y="1353312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40 calls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74920" y="1353312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9784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$1.20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46520" y="1353312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1384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$27.80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18120" y="1353312"/>
            <a:ext cx="118872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72984" y="1353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95.9%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37160" y="1700784"/>
            <a:ext cx="219456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2024" y="17007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Active user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31720" y="1700784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86584" y="1700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$29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03320" y="1700784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58184" y="1700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100 calls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74920" y="1700784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9784" y="1700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$3.00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446520" y="1700784"/>
            <a:ext cx="137160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01384" y="17007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$26.00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818120" y="1700784"/>
            <a:ext cx="1188720" cy="347472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72984" y="1700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89.7%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37160" y="2048256"/>
            <a:ext cx="21945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2024" y="20482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Power user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331720" y="2048256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86584" y="20482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$29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703320" y="2048256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58184" y="20482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300 calls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074920" y="2048256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9784" y="20482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$9.00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446520" y="2048256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01384" y="20482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$20.00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818120" y="2048256"/>
            <a:ext cx="11887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72984" y="20482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69.0%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37160" y="2395728"/>
            <a:ext cx="21945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024" y="23957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Abuse / no limit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331720" y="2395728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86584" y="23957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$29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703320" y="2395728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58184" y="23957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1000 calls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74920" y="2395728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9784" y="23957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$30.00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446520" y="2395728"/>
            <a:ext cx="1371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01384" y="23957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-$1.00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818120" y="2395728"/>
            <a:ext cx="11887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72984" y="23957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NEGATIVE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37160" y="2852928"/>
            <a:ext cx="2834640" cy="566928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7160" y="2852928"/>
            <a:ext cx="283464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8600" y="291693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 per-call rate limiting on AI routes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286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Any user can spam generation endpoints. gpt-4o costs $15/1M tokens output. One aggressive user on a $29 plan can cost $50+/mo.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108960" y="2852928"/>
            <a:ext cx="2834640" cy="566928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08960" y="2852928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0" y="291693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Image generation has no daily cap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2004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DALL-E 3 HD at $0.08/image. Brand overlay + 30 posts/mo = $2.40. If user generates 500 images exploring styles = $40. On a $29 plan.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080760" y="2852928"/>
            <a:ext cx="2834640" cy="566928"/>
          </a:xfrm>
          <a:prstGeom prst="rect">
            <a:avLst/>
          </a:prstGeom>
          <a:solidFill>
            <a:srgbClr val="181C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80760" y="2852928"/>
            <a:ext cx="28346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72200" y="291693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Credits system exists but is not fully enforced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1722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Multiple audit findings show routes that deduct 0 credits or double-deduct. System was built incrementally and has gaps.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9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MARKET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Market Risk — Competition Reality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The market NEXUS is entering has well-funded incumbents and a closing window of differentiation.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164592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65836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Company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83080" y="658368"/>
            <a:ext cx="118872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658368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Users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71800" y="658368"/>
            <a:ext cx="137160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65836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Revenue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343400" y="658368"/>
            <a:ext cx="155448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65836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Key Strength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897880" y="658368"/>
            <a:ext cx="146304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65836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Key Weakness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60920" y="658368"/>
            <a:ext cx="164592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65836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Threat to NEXUS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7160" y="987552"/>
            <a:ext cx="16459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98755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Buffer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783080" y="987552"/>
            <a:ext cx="11887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98755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140K+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2971800" y="987552"/>
            <a:ext cx="137160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98755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$20M+ ARR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343400" y="987552"/>
            <a:ext cx="15544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9875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Simplicity + trust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897880" y="987552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98755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No AI native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7360920" y="987552"/>
            <a:ext cx="16459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98755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Adds GPT-4 tomorrow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37160" y="1316736"/>
            <a:ext cx="164592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31673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Hootsuite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1783080" y="1316736"/>
            <a:ext cx="118872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1316736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18M users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2971800" y="1316736"/>
            <a:ext cx="137160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131673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$250M ARR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4343400" y="1316736"/>
            <a:ext cx="155448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1316736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Enterprise scale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5897880" y="1316736"/>
            <a:ext cx="146304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131673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Expensive + complex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7360920" y="1316736"/>
            <a:ext cx="164592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131673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Enterprise angle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137160" y="1645920"/>
            <a:ext cx="16459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164592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Jasper AI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1783080" y="1645920"/>
            <a:ext cx="11887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0" y="164592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100K+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971800" y="1645920"/>
            <a:ext cx="137160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16459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$75M raised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343400" y="1645920"/>
            <a:ext cx="15544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16459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AI copy quality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5897880" y="1645920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164592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No social publishing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7360920" y="1645920"/>
            <a:ext cx="16459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164592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Copy/caption parity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37160" y="1975104"/>
            <a:ext cx="164592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197510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Copy.ai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1783080" y="1975104"/>
            <a:ext cx="118872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0" y="1975104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10M+ users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971800" y="1975104"/>
            <a:ext cx="137160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197510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$11M ARR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4343400" y="1975104"/>
            <a:ext cx="155448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197510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Free funnel mastery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5897880" y="1975104"/>
            <a:ext cx="146304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0" y="197510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No scheduling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7360920" y="1975104"/>
            <a:ext cx="164592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06640" y="197510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Free plan users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137160" y="2304288"/>
            <a:ext cx="16459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2880" y="230428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Later.com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1783080" y="2304288"/>
            <a:ext cx="11887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828800" y="2304288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7M users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2971800" y="2304288"/>
            <a:ext cx="137160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17520" y="230428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$50M+ ARR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4343400" y="2304288"/>
            <a:ext cx="15544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230428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Instagram native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5897880" y="2304288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43600" y="230428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No AI strategy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7360920" y="2304288"/>
            <a:ext cx="164592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06640" y="230428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Visual scheduling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137160" y="2633472"/>
            <a:ext cx="164592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82880" y="26334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OpenAI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1783080" y="2633472"/>
            <a:ext cx="118872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0" y="2633472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Unlimited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2971800" y="2633472"/>
            <a:ext cx="137160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017520" y="263347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$3.4B ARR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4343400" y="2633472"/>
            <a:ext cx="155448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0" y="263347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The underlying model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5897880" y="2633472"/>
            <a:ext cx="146304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43600" y="26334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No SaaS wrapper... yet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7360920" y="2633472"/>
            <a:ext cx="164592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06640" y="26334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43F5E"/>
                </a:solidFill>
              </a:rPr>
              <a:t>Can build this in 60 days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137160" y="4631436"/>
            <a:ext cx="8869680" cy="283464"/>
          </a:xfrm>
          <a:prstGeom prst="rect">
            <a:avLst/>
          </a:prstGeom>
          <a:solidFill>
            <a:srgbClr val="F43F5E">
              <a:alpha val="13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" y="4631436"/>
            <a:ext cx="8778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REAL THREAT:  The differentiation window is Brand Brain (brand memory + strategy context). This moat exists today but it takes 6 months of production use to become defensible. Without users, it doesn't grow.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10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PRODUCT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Product Risk — Breadth Without Depth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700+ tasks shipped in parallel. The platform has 20+ features. None of them is excellent yet.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40080"/>
            <a:ext cx="146304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64008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Feature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640080"/>
            <a:ext cx="64008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640080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40280" y="640080"/>
            <a:ext cx="585216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640080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Honest Assessment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92440" y="640080"/>
            <a:ext cx="640080" cy="329184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640080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Ready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7160" y="969264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9692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Campaign Wizard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00200" y="969264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9692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40280" y="969264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969264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Works but auto-runs strategy on creation; language bug in content; no A/B by default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092440" y="969264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9692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65%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7160" y="1298448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129844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Content Hub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00200" y="1298448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129844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40280" y="1298448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1298448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Generate posts works. Platform mockups visible. Approve+schedule works. But no analytics feedback visible to user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92440" y="1298448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129844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70%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37160" y="1627632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62763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Brand Brain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600200" y="1627632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162763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40280" y="1627632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1627632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Saves data, AI suggest works, score visible. Crash bug in production (fixed). No onboarding force.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092440" y="1627632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162763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60%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1956816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19568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Paid Campaigns (PC)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600200" y="1956816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0" y="1956816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40280" y="1956816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1956816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UI is built. Meta push is Phase 2 only. No real ad delivery today. Over-promised feature.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092440" y="1956816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1956816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30%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" y="2286000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228600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Social Publishing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600200" y="2286000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45920" y="2286000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40280" y="2286000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2286000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Works for Meta + LinkedIn. TikTok broken on callback. No auto-refresh on token expiry.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092440" y="2286000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0" y="2286000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55%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37160" y="2615184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261518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Sentinel Monitor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600200" y="2615184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45920" y="261518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240280" y="2615184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0" y="2615184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Manual trigger only. Competitor monitoring cron in-progress (SB4). Not 24/7 autonomous yet.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092440" y="2615184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0" y="261518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45%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37160" y="2944368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" y="294436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Analytics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600200" y="2944368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45920" y="294436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240280" y="2944368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0" y="2944368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Page exists but skeletons never load real data (bug). ROI dashboard built but untested with real data.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092440" y="2944368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38160" y="294436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40%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37160" y="3273552"/>
            <a:ext cx="146304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327355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Autopilot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600200" y="3273552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0" y="327355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Exists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240280" y="3273552"/>
            <a:ext cx="585216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86000" y="3273552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Activate works. Cron generates images. But cron schedules broken on Hobby plan. Real reliability: unknown.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092440" y="3273552"/>
            <a:ext cx="640080" cy="329184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38160" y="327355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35%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11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MATRIX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Risk Matrix — Probability × Impact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All identified risks mapped by likelihood of occurrence vs severity of consequence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 rot="16200000">
            <a:off x="91440" y="658368"/>
            <a:ext cx="5029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IMPACT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470001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PROBABILITY 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658368"/>
            <a:ext cx="201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HIGH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12064" y="1984248"/>
            <a:ext cx="201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MED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12064" y="3310128"/>
            <a:ext cx="2011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LOW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31520" y="4700016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LOW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16480" y="4700016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MED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01440" y="4700016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HIGH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"/>
            <a:ext cx="158496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6480" y="658368"/>
            <a:ext cx="1584960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01440" y="658368"/>
            <a:ext cx="1584960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1984248"/>
            <a:ext cx="1584960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16480" y="1984248"/>
            <a:ext cx="158496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01440" y="1984248"/>
            <a:ext cx="1584960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310128"/>
            <a:ext cx="1584960" cy="1325880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16480" y="3310128"/>
            <a:ext cx="1584960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01440" y="3310128"/>
            <a:ext cx="158496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3640" y="768096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2512" y="74980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Timeout/Infrastructure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038600" y="768096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7472" y="74980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Zero Test Coverage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68040" y="768096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6912" y="74980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OpenAI Dependency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038600" y="2093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57472" y="207568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Pre-Revenue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953000" y="768096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1872" y="74980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Social OAuth Expiry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453640" y="2093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2512" y="207568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Stripe Race Condition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368040" y="2093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86912" y="207568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Cost Spike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453640" y="1243584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2512" y="12252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Meta API Policy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453640" y="25694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2512" y="255117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Competition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038600" y="1243584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57472" y="122529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 Tests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68680" y="209397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" y="207568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Prompt Injection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453640" y="341985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72512" y="34015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Cloudinary Overage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669280" y="713232"/>
            <a:ext cx="3291840" cy="3794760"/>
          </a:xfrm>
          <a:prstGeom prst="rect">
            <a:avLst/>
          </a:prstGeom>
          <a:solidFill>
            <a:srgbClr val="181C35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9008" y="7863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REGISTER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97296" y="109728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0" y="10607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Vercel 10s timeout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229600" y="106070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CRITICAL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797296" y="1344168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13075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Zero test coverage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229600" y="130759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CRITICAL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797296" y="15910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15544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Social token expiry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229600" y="155448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5797296" y="1837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18013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OpenAI single dependency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229600" y="180136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797296" y="20848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20482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Pre-revenue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229600" y="204825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797296" y="23317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0" y="22951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Stripe race condition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229600" y="229514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5797296" y="25786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0" y="25420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 cost spike (power users)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229600" y="254203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797296" y="28254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0" y="2788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Meta API policy change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229600" y="2788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HIGH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5797296" y="30723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0" y="30358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Competition (Buffer/OAI)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229600" y="303580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797296" y="331927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0" y="328269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Prompt injection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229600" y="328269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5797296" y="35661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43600" y="35295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DB connection exhaustion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8229600" y="352958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B5CF6"/>
                </a:solidFill>
              </a:rPr>
              <a:t>MEDIUM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797296" y="3813048"/>
            <a:ext cx="91440" cy="91440"/>
          </a:xfrm>
          <a:prstGeom prst="ellipse">
            <a:avLst/>
          </a:prstGeom>
          <a:solidFill>
            <a:srgbClr val="6C74A8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3600" y="37764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Cloudinary overage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8229600" y="377647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C74A8"/>
                </a:solidFill>
              </a:rPr>
              <a:t>LOW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914900"/>
            <a:ext cx="9098280" cy="228600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914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·  Risk &amp; Problem Assessment  ·  2026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766560" y="49149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12 / 12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" y="0"/>
            <a:ext cx="9098280" cy="566928"/>
          </a:xfrm>
          <a:prstGeom prst="rect">
            <a:avLst/>
          </a:prstGeom>
          <a:solidFill>
            <a:srgbClr val="080B1A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5156"/>
            <a:ext cx="1828800" cy="201168"/>
          </a:xfrm>
          <a:prstGeom prst="roundRect">
            <a:avLst>
              <a:gd name="adj" fmla="val 1363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51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ACTION PLAN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121408" y="548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90-Day Mitigation Plan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21408" y="329184"/>
            <a:ext cx="67665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Priority actions to convert the highest-severity risks from critical to managed — in order of ROI.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2834640" cy="3246120"/>
          </a:xfrm>
          <a:prstGeom prst="rect">
            <a:avLst/>
          </a:prstGeom>
          <a:solidFill>
            <a:srgbClr val="181C35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" y="658368"/>
            <a:ext cx="283464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658368"/>
            <a:ext cx="2834640" cy="548640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658368"/>
            <a:ext cx="283464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6949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Days 1–30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896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Stop the Bleeding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6888" y="127101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1271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Upgrade Vercel to Pro ($20/mo) → unlock 60s timeouts + unlimited crons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6888" y="177393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Add PgBouncer via Supabase connection pooler → prevent DB exhaustion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6888" y="227685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" y="2276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4632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Add hard per-user AI call limits (max 200 calls/mo on Starter)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" y="27797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779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4632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Fix Stripe webhook idempotency → add transaction lock on credit deduction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46888" y="328269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" y="32826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4632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Fix social OAuth token refresh cron → Meta, LinkedIn, TikTok auto-renewal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44952" y="658368"/>
            <a:ext cx="2834640" cy="3246120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44952" y="658368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44952" y="658368"/>
            <a:ext cx="2834640" cy="548640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44952" y="658368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36392" y="6949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Days 31–60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36392" y="896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 the Foundation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154680" y="127101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1271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92424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Write E2E tests for 3 critical paths: auth, campaign creation, Stripe checkout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154680" y="177393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392424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Add prompt injection sanitization layer on all user inputs before AI routes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154680" y="227685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2276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92424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Fix Analytics page → connect real Supabase queries, retire skeleton-only state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154680" y="27797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54680" y="2779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4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92424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Fix Autopilot reliability → audit all 7 cron jobs, confirm execution on Pro plan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154680" y="328269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54680" y="32826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5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92424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Add NEXUS fallback AI provider (Anthropic or Gemini) for OpenAI outages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952744" y="658368"/>
            <a:ext cx="2834640" cy="3246120"/>
          </a:xfrm>
          <a:prstGeom prst="rect">
            <a:avLst/>
          </a:prstGeom>
          <a:solidFill>
            <a:srgbClr val="181C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952744" y="658368"/>
            <a:ext cx="28346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52744" y="658368"/>
            <a:ext cx="2834640" cy="548640"/>
          </a:xfrm>
          <a:prstGeom prst="rect">
            <a:avLst/>
          </a:prstGeom>
          <a:solidFill>
            <a:srgbClr val="1E2347"/>
          </a:solidFill>
          <a:ln w="12700">
            <a:solidFill>
              <a:srgbClr val="252B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52744" y="658368"/>
            <a:ext cx="28346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44184" y="6949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Days 61–90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44184" y="896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Get First Revenue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062472" y="127101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62472" y="1271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1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300216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Tighten free plan: reduce to 3 AI credits, 1 campaign — force conversion pressure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062472" y="177393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62472" y="1773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00216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Launch acquisition loop: publish 10 SEO posts targeting 'AI social media planner'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62472" y="227685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62472" y="2276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3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300216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Add Paddle or LemonSqueezy as Stripe backup billing provider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062472" y="27797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62472" y="2779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4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300216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Instrument real analytics: track conversion funnel, feature usage, churn triggers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062472" y="328269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62472" y="32826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5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Set target: 10 paying users in 90 days — anything less = product-market fit signal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37160" y="4704588"/>
            <a:ext cx="8869680" cy="210312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4704588"/>
            <a:ext cx="8778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NORTH STAR:  10 paying users in 90 days at $29+/mo  ·  0 critical infrastructure incidents  ·  100% cron reliability  ·  3 critical paths covered by tests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2026-06-10T08:12:20Z</dcterms:created>
  <dcterms:modified xsi:type="dcterms:W3CDTF">2026-06-10T08:12:20Z</dcterms:modified>
</cp:coreProperties>
</file>